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7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F456-90D7-C047-AE75-8347A372A03B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0703D-B340-E443-8C4E-706069F10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45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F456-90D7-C047-AE75-8347A372A03B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0703D-B340-E443-8C4E-706069F10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0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F456-90D7-C047-AE75-8347A372A03B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0703D-B340-E443-8C4E-706069F10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02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F456-90D7-C047-AE75-8347A372A03B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0703D-B340-E443-8C4E-706069F10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74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F456-90D7-C047-AE75-8347A372A03B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0703D-B340-E443-8C4E-706069F100B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97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F456-90D7-C047-AE75-8347A372A03B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0703D-B340-E443-8C4E-706069F10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42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F456-90D7-C047-AE75-8347A372A03B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0703D-B340-E443-8C4E-706069F10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8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F456-90D7-C047-AE75-8347A372A03B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0703D-B340-E443-8C4E-706069F10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24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94FF456-90D7-C047-AE75-8347A372A03B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0703D-B340-E443-8C4E-706069F10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13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F456-90D7-C047-AE75-8347A372A03B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0703D-B340-E443-8C4E-706069F10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346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F456-90D7-C047-AE75-8347A372A03B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0703D-B340-E443-8C4E-706069F10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41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94FF456-90D7-C047-AE75-8347A372A03B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2F0703D-B340-E443-8C4E-706069F10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2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su-is/Smart-Shelf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Boxes On Rack In Warehouse">
            <a:extLst>
              <a:ext uri="{FF2B5EF4-FFF2-40B4-BE49-F238E27FC236}">
                <a16:creationId xmlns:a16="http://schemas.microsoft.com/office/drawing/2014/main" id="{A0F03B35-D577-C648-1DE2-A0D0075D0F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01" r="13299" b="-1"/>
          <a:stretch>
            <a:fillRect/>
          </a:stretch>
        </p:blipFill>
        <p:spPr>
          <a:xfrm>
            <a:off x="4650909" y="10"/>
            <a:ext cx="7541090" cy="685798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7A161-551F-10C7-36F8-5EDF03C57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Smart Shelf: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1400" dirty="0" err="1">
                <a:solidFill>
                  <a:schemeClr val="bg1"/>
                </a:solidFill>
              </a:rPr>
              <a:t>tEAM</a:t>
            </a:r>
            <a:r>
              <a:rPr lang="en-US" sz="1400" dirty="0">
                <a:solidFill>
                  <a:schemeClr val="bg1"/>
                </a:solidFill>
              </a:rPr>
              <a:t> MEMBER: Monserrat Perez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FCB008-9207-F388-F06F-EF69BA780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Sales and Inventory System for Small Retail Businesses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hlinkClick r:id="rId3"/>
              </a:rPr>
              <a:t>https://github.com/ksu-is/Smart-Shelf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Key Features:</a:t>
            </a:r>
          </a:p>
          <a:p>
            <a:pPr algn="ctr"/>
            <a:r>
              <a:rPr lang="en-US" dirty="0"/>
              <a:t>easy-to-understand way to manage sales and inventory</a:t>
            </a:r>
          </a:p>
          <a:p>
            <a:pPr algn="ctr"/>
            <a:r>
              <a:rPr lang="en-US" dirty="0"/>
              <a:t>help small businesses track sales, inventory, and product performance</a:t>
            </a:r>
          </a:p>
          <a:p>
            <a:pPr algn="ctr"/>
            <a:r>
              <a:rPr lang="en-US" dirty="0"/>
              <a:t>helps business owners make better decisions, increase profit, and stay organized without needing to rely on advance technology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5694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19</TotalTime>
  <Words>67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Smart Shelf: tEAM MEMBER: Monserrat Perez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Monserrat Perez</dc:creator>
  <cp:lastModifiedBy>Monserrat Perez</cp:lastModifiedBy>
  <cp:revision>1</cp:revision>
  <dcterms:created xsi:type="dcterms:W3CDTF">2026-05-04T02:08:52Z</dcterms:created>
  <dcterms:modified xsi:type="dcterms:W3CDTF">2026-05-04T02:27:56Z</dcterms:modified>
</cp:coreProperties>
</file>